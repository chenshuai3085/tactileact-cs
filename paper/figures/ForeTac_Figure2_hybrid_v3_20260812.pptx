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5172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AL_Generated Image August 12" descr="Generated Image August 12, 2026 - 4_10PM (1).jpg"/>
          <p:cNvPicPr>
            <a:picLocks noChangeAspect="1"/>
          </p:cNvPicPr>
          <p:nvPr/>
        </p:nvPicPr>
        <p:blipFill>
          <a:blip r:embed="rId2"/>
          <a:srcRect l="5" r="5"/>
          <a:stretch>
            <a:fillRect/>
          </a:stretch>
        </p:blipFill>
        <p:spPr>
          <a:xfrm>
            <a:off x="0" y="0"/>
            <a:ext cx="12191695" cy="5172760"/>
          </a:xfrm>
          <a:prstGeom prst="rect">
            <a:avLst/>
          </a:prstGeom>
        </p:spPr>
      </p:pic>
      <p:sp>
        <p:nvSpPr>
          <p:cNvPr id="3" name="EDITABLE_FRAME_Generated Image Augu"/>
          <p:cNvSpPr/>
          <p:nvPr/>
        </p:nvSpPr>
        <p:spPr>
          <a:xfrm>
            <a:off x="0" y="0"/>
            <a:ext cx="12191695" cy="5172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REAL_chip_ep01_f0140_left_rdp" descr="chip_ep01_f0140_left_rdp.png"/>
          <p:cNvPicPr>
            <a:picLocks noChangeAspect="1"/>
          </p:cNvPicPr>
          <p:nvPr/>
        </p:nvPicPr>
        <p:blipFill>
          <a:blip r:embed="rId3"/>
          <a:srcRect l="5" r="5"/>
          <a:stretch>
            <a:fillRect/>
          </a:stretch>
        </p:blipFill>
        <p:spPr>
          <a:xfrm>
            <a:off x="173177" y="1010304"/>
            <a:ext cx="634984" cy="635048"/>
          </a:xfrm>
          <a:prstGeom prst="rect">
            <a:avLst/>
          </a:prstGeom>
        </p:spPr>
      </p:pic>
      <p:sp>
        <p:nvSpPr>
          <p:cNvPr id="5" name="EDITABLE_FRAME_chip_ep01_f0140_left"/>
          <p:cNvSpPr/>
          <p:nvPr/>
        </p:nvSpPr>
        <p:spPr>
          <a:xfrm>
            <a:off x="173177" y="1010304"/>
            <a:ext cx="634984" cy="635048"/>
          </a:xfrm>
          <a:prstGeom prst="rect">
            <a:avLst/>
          </a:prstGeom>
          <a:noFill/>
          <a:ln w="762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REAL_chip_ep01_f0163_left_rdp" descr="chip_ep01_f0163_left_rdp.png"/>
          <p:cNvPicPr>
            <a:picLocks noChangeAspect="1"/>
          </p:cNvPicPr>
          <p:nvPr/>
        </p:nvPicPr>
        <p:blipFill>
          <a:blip r:embed="rId4"/>
          <a:srcRect l="5" r="5"/>
          <a:stretch>
            <a:fillRect/>
          </a:stretch>
        </p:blipFill>
        <p:spPr>
          <a:xfrm>
            <a:off x="227054" y="975665"/>
            <a:ext cx="634984" cy="635048"/>
          </a:xfrm>
          <a:prstGeom prst="rect">
            <a:avLst/>
          </a:prstGeom>
        </p:spPr>
      </p:pic>
      <p:sp>
        <p:nvSpPr>
          <p:cNvPr id="7" name="EDITABLE_FRAME_chip_ep01_f0163_left"/>
          <p:cNvSpPr/>
          <p:nvPr/>
        </p:nvSpPr>
        <p:spPr>
          <a:xfrm>
            <a:off x="227054" y="975665"/>
            <a:ext cx="634984" cy="635048"/>
          </a:xfrm>
          <a:prstGeom prst="rect">
            <a:avLst/>
          </a:prstGeom>
          <a:noFill/>
          <a:ln w="762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REAL_chip_ep01_f0187_left_rdp" descr="chip_ep01_f0187_left_rdp.png"/>
          <p:cNvPicPr>
            <a:picLocks noChangeAspect="1"/>
          </p:cNvPicPr>
          <p:nvPr/>
        </p:nvPicPr>
        <p:blipFill>
          <a:blip r:embed="rId5"/>
          <a:srcRect l="5" r="5"/>
          <a:stretch>
            <a:fillRect/>
          </a:stretch>
        </p:blipFill>
        <p:spPr>
          <a:xfrm>
            <a:off x="280932" y="941026"/>
            <a:ext cx="634984" cy="635048"/>
          </a:xfrm>
          <a:prstGeom prst="rect">
            <a:avLst/>
          </a:prstGeom>
        </p:spPr>
      </p:pic>
      <p:sp>
        <p:nvSpPr>
          <p:cNvPr id="9" name="EDITABLE_FRAME_chip_ep01_f0187_left"/>
          <p:cNvSpPr/>
          <p:nvPr/>
        </p:nvSpPr>
        <p:spPr>
          <a:xfrm>
            <a:off x="280932" y="941026"/>
            <a:ext cx="634984" cy="635048"/>
          </a:xfrm>
          <a:prstGeom prst="rect">
            <a:avLst/>
          </a:prstGeom>
          <a:noFill/>
          <a:ln w="762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5969" y="1731951"/>
            <a:ext cx="788919" cy="1019926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REAL_tacvae_real_reconstructio" descr="tacvae_real_reconstruction.png"/>
          <p:cNvPicPr>
            <a:picLocks noChangeAspect="1"/>
          </p:cNvPicPr>
          <p:nvPr/>
        </p:nvPicPr>
        <p:blipFill>
          <a:blip r:embed="rId6"/>
          <a:srcRect l="3160" r="3160" t="9000"/>
          <a:stretch>
            <a:fillRect/>
          </a:stretch>
        </p:blipFill>
        <p:spPr>
          <a:xfrm>
            <a:off x="3790662" y="1962877"/>
            <a:ext cx="548395" cy="548451"/>
          </a:xfrm>
          <a:prstGeom prst="rect">
            <a:avLst/>
          </a:prstGeom>
        </p:spPr>
      </p:pic>
      <p:sp>
        <p:nvSpPr>
          <p:cNvPr id="12" name="EDITABLE_FRAME_tacvae_real_reconstr"/>
          <p:cNvSpPr/>
          <p:nvPr/>
        </p:nvSpPr>
        <p:spPr>
          <a:xfrm>
            <a:off x="3790662" y="1962877"/>
            <a:ext cx="548395" cy="548451"/>
          </a:xfrm>
          <a:prstGeom prst="rect">
            <a:avLst/>
          </a:prstGeom>
          <a:noFill/>
          <a:ln w="762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_TEXT_Reconstructed&#10;marker"/>
          <p:cNvSpPr txBox="1"/>
          <p:nvPr/>
        </p:nvSpPr>
        <p:spPr>
          <a:xfrm>
            <a:off x="3694453" y="2530573"/>
            <a:ext cx="711951" cy="192439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wrap="none" lIns="12700" rIns="12700" tIns="0" bIns="0" anchor="ctr">
            <a:spAutoFit/>
          </a:bodyPr>
          <a:lstStyle/>
          <a:p>
            <a:pPr algn="ctr"/>
            <a:r>
              <a:rPr sz="610" b="0">
                <a:solidFill>
                  <a:srgbClr val="172B3A"/>
                </a:solidFill>
                <a:latin typeface="Arial"/>
              </a:rPr>
              <a:t>Reconstructed
marker field</a:t>
            </a:r>
          </a:p>
        </p:txBody>
      </p:sp>
      <p:pic>
        <p:nvPicPr>
          <p:cNvPr id="14" name="REAL_chip_ep01_f0160_global" descr="chip_ep01_f0160_global.png"/>
          <p:cNvPicPr>
            <a:picLocks noChangeAspect="1"/>
          </p:cNvPicPr>
          <p:nvPr/>
        </p:nvPicPr>
        <p:blipFill>
          <a:blip r:embed="rId7"/>
          <a:srcRect t="995" b="995"/>
          <a:stretch>
            <a:fillRect/>
          </a:stretch>
        </p:blipFill>
        <p:spPr>
          <a:xfrm>
            <a:off x="4608445" y="529207"/>
            <a:ext cx="548395" cy="404121"/>
          </a:xfrm>
          <a:prstGeom prst="rect">
            <a:avLst/>
          </a:prstGeom>
        </p:spPr>
      </p:pic>
      <p:sp>
        <p:nvSpPr>
          <p:cNvPr id="15" name="EDITABLE_FRAME_chip_ep01_f0160_glob"/>
          <p:cNvSpPr/>
          <p:nvPr/>
        </p:nvSpPr>
        <p:spPr>
          <a:xfrm>
            <a:off x="4608445" y="529207"/>
            <a:ext cx="548395" cy="404121"/>
          </a:xfrm>
          <a:prstGeom prst="rect">
            <a:avLst/>
          </a:prstGeom>
          <a:noFill/>
          <a:ln w="698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REAL_chip_ep01_f0160_wrist" descr="chip_ep01_f0160_wrist.png"/>
          <p:cNvPicPr>
            <a:picLocks noChangeAspect="1"/>
          </p:cNvPicPr>
          <p:nvPr/>
        </p:nvPicPr>
        <p:blipFill>
          <a:blip r:embed="rId8"/>
          <a:srcRect t="995" b="995"/>
          <a:stretch>
            <a:fillRect/>
          </a:stretch>
        </p:blipFill>
        <p:spPr>
          <a:xfrm>
            <a:off x="4608445" y="981438"/>
            <a:ext cx="548395" cy="404121"/>
          </a:xfrm>
          <a:prstGeom prst="rect">
            <a:avLst/>
          </a:prstGeom>
        </p:spPr>
      </p:pic>
      <p:sp>
        <p:nvSpPr>
          <p:cNvPr id="17" name="EDITABLE_FRAME_chip_ep01_f0160_wris"/>
          <p:cNvSpPr/>
          <p:nvPr/>
        </p:nvSpPr>
        <p:spPr>
          <a:xfrm>
            <a:off x="4608445" y="981438"/>
            <a:ext cx="548395" cy="404121"/>
          </a:xfrm>
          <a:prstGeom prst="rect">
            <a:avLst/>
          </a:prstGeom>
          <a:noFill/>
          <a:ln w="698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REAL_chip_ep01_f0163_left_rdp" descr="chip_ep01_f0163_left_rdp.png"/>
          <p:cNvPicPr>
            <a:picLocks noChangeAspect="1"/>
          </p:cNvPicPr>
          <p:nvPr/>
        </p:nvPicPr>
        <p:blipFill>
          <a:blip r:embed="rId4"/>
          <a:srcRect l="5" r="5"/>
          <a:stretch>
            <a:fillRect/>
          </a:stretch>
        </p:blipFill>
        <p:spPr>
          <a:xfrm>
            <a:off x="4608445" y="1520268"/>
            <a:ext cx="577258" cy="577317"/>
          </a:xfrm>
          <a:prstGeom prst="rect">
            <a:avLst/>
          </a:prstGeom>
        </p:spPr>
      </p:pic>
      <p:sp>
        <p:nvSpPr>
          <p:cNvPr id="19" name="EDITABLE_FRAME_chip_ep01_f0163_left"/>
          <p:cNvSpPr/>
          <p:nvPr/>
        </p:nvSpPr>
        <p:spPr>
          <a:xfrm>
            <a:off x="4608445" y="1520268"/>
            <a:ext cx="577258" cy="577317"/>
          </a:xfrm>
          <a:prstGeom prst="rect">
            <a:avLst/>
          </a:prstGeom>
          <a:noFill/>
          <a:ln w="698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REAL_foresight_pred_h1" descr="foresight_pred_h1.png"/>
          <p:cNvPicPr>
            <a:picLocks noChangeAspect="1"/>
          </p:cNvPicPr>
          <p:nvPr/>
        </p:nvPicPr>
        <p:blipFill>
          <a:blip r:embed="rId9"/>
          <a:srcRect l="1108" r="1108"/>
          <a:stretch>
            <a:fillRect/>
          </a:stretch>
        </p:blipFill>
        <p:spPr>
          <a:xfrm>
            <a:off x="7956543" y="2097585"/>
            <a:ext cx="471427" cy="471475"/>
          </a:xfrm>
          <a:prstGeom prst="rect">
            <a:avLst/>
          </a:prstGeom>
        </p:spPr>
      </p:pic>
      <p:sp>
        <p:nvSpPr>
          <p:cNvPr id="21" name="EDITABLE_FRAME_foresight_pred_h1"/>
          <p:cNvSpPr/>
          <p:nvPr/>
        </p:nvSpPr>
        <p:spPr>
          <a:xfrm>
            <a:off x="7956543" y="2097585"/>
            <a:ext cx="471427" cy="471475"/>
          </a:xfrm>
          <a:prstGeom prst="rect">
            <a:avLst/>
          </a:prstGeom>
          <a:noFill/>
          <a:ln w="825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REAL_foresight_pred_h8" descr="foresight_pred_h8.png"/>
          <p:cNvPicPr>
            <a:picLocks noChangeAspect="1"/>
          </p:cNvPicPr>
          <p:nvPr/>
        </p:nvPicPr>
        <p:blipFill>
          <a:blip r:embed="rId10"/>
          <a:srcRect l="1108" r="1108"/>
          <a:stretch>
            <a:fillRect/>
          </a:stretch>
        </p:blipFill>
        <p:spPr>
          <a:xfrm>
            <a:off x="8504938" y="2097585"/>
            <a:ext cx="471427" cy="471475"/>
          </a:xfrm>
          <a:prstGeom prst="rect">
            <a:avLst/>
          </a:prstGeom>
        </p:spPr>
      </p:pic>
      <p:sp>
        <p:nvSpPr>
          <p:cNvPr id="23" name="EDITABLE_FRAME_foresight_pred_h8"/>
          <p:cNvSpPr/>
          <p:nvPr/>
        </p:nvSpPr>
        <p:spPr>
          <a:xfrm>
            <a:off x="8504938" y="2097585"/>
            <a:ext cx="471427" cy="471475"/>
          </a:xfrm>
          <a:prstGeom prst="rect">
            <a:avLst/>
          </a:prstGeom>
          <a:noFill/>
          <a:ln w="825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REAL_foresight_pred_h16" descr="foresight_pred_h16.png"/>
          <p:cNvPicPr>
            <a:picLocks noChangeAspect="1"/>
          </p:cNvPicPr>
          <p:nvPr/>
        </p:nvPicPr>
        <p:blipFill>
          <a:blip r:embed="rId11"/>
          <a:srcRect l="1465" r="1465"/>
          <a:stretch>
            <a:fillRect/>
          </a:stretch>
        </p:blipFill>
        <p:spPr>
          <a:xfrm>
            <a:off x="9053334" y="2097585"/>
            <a:ext cx="471427" cy="471475"/>
          </a:xfrm>
          <a:prstGeom prst="rect">
            <a:avLst/>
          </a:prstGeom>
        </p:spPr>
      </p:pic>
      <p:sp>
        <p:nvSpPr>
          <p:cNvPr id="25" name="EDITABLE_FRAME_foresight_pred_h16"/>
          <p:cNvSpPr/>
          <p:nvPr/>
        </p:nvSpPr>
        <p:spPr>
          <a:xfrm>
            <a:off x="9053334" y="2097585"/>
            <a:ext cx="471427" cy="471475"/>
          </a:xfrm>
          <a:prstGeom prst="rect">
            <a:avLst/>
          </a:prstGeom>
          <a:noFill/>
          <a:ln w="825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51584" y="577317"/>
            <a:ext cx="2741976" cy="894841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_TEXT_Contact-quality exam"/>
          <p:cNvSpPr txBox="1"/>
          <p:nvPr/>
        </p:nvSpPr>
        <p:spPr>
          <a:xfrm>
            <a:off x="9813391" y="615804"/>
            <a:ext cx="1866468" cy="12508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wrap="none" lIns="12700" rIns="12700" tIns="0" bIns="0" anchor="ctr">
            <a:spAutoFit/>
          </a:bodyPr>
          <a:lstStyle/>
          <a:p>
            <a:pPr algn="ctr"/>
            <a:r>
              <a:rPr sz="720" b="1">
                <a:solidFill>
                  <a:srgbClr val="172B3A"/>
                </a:solidFill>
                <a:latin typeface="Arial"/>
              </a:rPr>
              <a:t>Contact-quality examples</a:t>
            </a:r>
          </a:p>
        </p:txBody>
      </p:sp>
      <p:pic>
        <p:nvPicPr>
          <p:cNvPr id="28" name="REAL_board_marker_contact_mode" descr="board_marker_contact_modes_stable_contact.png"/>
          <p:cNvPicPr>
            <a:picLocks noChangeAspect="1"/>
          </p:cNvPicPr>
          <p:nvPr/>
        </p:nvPicPr>
        <p:blipFill>
          <a:blip r:embed="rId12"/>
          <a:srcRect t="4873" b="4873"/>
          <a:stretch>
            <a:fillRect/>
          </a:stretch>
        </p:blipFill>
        <p:spPr>
          <a:xfrm>
            <a:off x="9524761" y="769756"/>
            <a:ext cx="394459" cy="356012"/>
          </a:xfrm>
          <a:prstGeom prst="rect">
            <a:avLst/>
          </a:prstGeom>
        </p:spPr>
      </p:pic>
      <p:sp>
        <p:nvSpPr>
          <p:cNvPr id="29" name="EDITABLE_FRAME_board_marker_contact"/>
          <p:cNvSpPr/>
          <p:nvPr/>
        </p:nvSpPr>
        <p:spPr>
          <a:xfrm>
            <a:off x="9524761" y="769756"/>
            <a:ext cx="394459" cy="356012"/>
          </a:xfrm>
          <a:prstGeom prst="rect">
            <a:avLst/>
          </a:prstGeom>
          <a:noFill/>
          <a:ln w="16510">
            <a:solidFill>
              <a:srgbClr val="4FA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_SAMPLE_BADGE"/>
          <p:cNvSpPr/>
          <p:nvPr/>
        </p:nvSpPr>
        <p:spPr>
          <a:xfrm>
            <a:off x="9800349" y="742324"/>
            <a:ext cx="155448" cy="155448"/>
          </a:xfrm>
          <a:prstGeom prst="ellipse">
            <a:avLst/>
          </a:prstGeom>
          <a:solidFill>
            <a:srgbClr val="4FAE6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pic>
        <p:nvPicPr>
          <p:cNvPr id="31" name="REAL_chip_ep01_f0046_left_rdp" descr="chip_ep01_f0046_left_rdp.png"/>
          <p:cNvPicPr>
            <a:picLocks noChangeAspect="1"/>
          </p:cNvPicPr>
          <p:nvPr/>
        </p:nvPicPr>
        <p:blipFill>
          <a:blip r:embed="rId13"/>
          <a:srcRect t="4873" b="4873"/>
          <a:stretch>
            <a:fillRect/>
          </a:stretch>
        </p:blipFill>
        <p:spPr>
          <a:xfrm>
            <a:off x="10034673" y="769756"/>
            <a:ext cx="394459" cy="356012"/>
          </a:xfrm>
          <a:prstGeom prst="rect">
            <a:avLst/>
          </a:prstGeom>
        </p:spPr>
      </p:pic>
      <p:sp>
        <p:nvSpPr>
          <p:cNvPr id="32" name="EDITABLE_FRAME_chip_ep01_f0046_left"/>
          <p:cNvSpPr/>
          <p:nvPr/>
        </p:nvSpPr>
        <p:spPr>
          <a:xfrm>
            <a:off x="10034673" y="769756"/>
            <a:ext cx="394459" cy="356012"/>
          </a:xfrm>
          <a:prstGeom prst="rect">
            <a:avLst/>
          </a:prstGeom>
          <a:noFill/>
          <a:ln w="1651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_SAMPLE_BADGE"/>
          <p:cNvSpPr/>
          <p:nvPr/>
        </p:nvSpPr>
        <p:spPr>
          <a:xfrm>
            <a:off x="10310261" y="742324"/>
            <a:ext cx="155448" cy="155448"/>
          </a:xfrm>
          <a:prstGeom prst="ellipse">
            <a:avLst/>
          </a:prstGeom>
          <a:solidFill>
            <a:srgbClr val="D85D5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-</a:t>
            </a:r>
          </a:p>
        </p:txBody>
      </p:sp>
      <p:pic>
        <p:nvPicPr>
          <p:cNvPr id="34" name="REAL_board_marker_contact_mode" descr="board_marker_contact_modes_insufficient_pressure.png"/>
          <p:cNvPicPr>
            <a:picLocks noChangeAspect="1"/>
          </p:cNvPicPr>
          <p:nvPr/>
        </p:nvPicPr>
        <p:blipFill>
          <a:blip r:embed="rId14"/>
          <a:srcRect t="4873" b="4873"/>
          <a:stretch>
            <a:fillRect/>
          </a:stretch>
        </p:blipFill>
        <p:spPr>
          <a:xfrm>
            <a:off x="10544584" y="769756"/>
            <a:ext cx="394459" cy="356012"/>
          </a:xfrm>
          <a:prstGeom prst="rect">
            <a:avLst/>
          </a:prstGeom>
        </p:spPr>
      </p:pic>
      <p:sp>
        <p:nvSpPr>
          <p:cNvPr id="35" name="EDITABLE_FRAME_board_marker_contact"/>
          <p:cNvSpPr/>
          <p:nvPr/>
        </p:nvSpPr>
        <p:spPr>
          <a:xfrm>
            <a:off x="10544584" y="769756"/>
            <a:ext cx="394459" cy="356012"/>
          </a:xfrm>
          <a:prstGeom prst="rect">
            <a:avLst/>
          </a:prstGeom>
          <a:noFill/>
          <a:ln w="1651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_SAMPLE_BADGE"/>
          <p:cNvSpPr/>
          <p:nvPr/>
        </p:nvSpPr>
        <p:spPr>
          <a:xfrm>
            <a:off x="10820172" y="742324"/>
            <a:ext cx="155448" cy="155448"/>
          </a:xfrm>
          <a:prstGeom prst="ellipse">
            <a:avLst/>
          </a:prstGeom>
          <a:solidFill>
            <a:srgbClr val="D85D5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-</a:t>
            </a:r>
          </a:p>
        </p:txBody>
      </p:sp>
      <p:pic>
        <p:nvPicPr>
          <p:cNvPr id="37" name="REAL_board_marker_contact_mode" descr="board_marker_contact_modes_excessive_pressure.png"/>
          <p:cNvPicPr>
            <a:picLocks noChangeAspect="1"/>
          </p:cNvPicPr>
          <p:nvPr/>
        </p:nvPicPr>
        <p:blipFill>
          <a:blip r:embed="rId15"/>
          <a:srcRect t="4873" b="4873"/>
          <a:stretch>
            <a:fillRect/>
          </a:stretch>
        </p:blipFill>
        <p:spPr>
          <a:xfrm>
            <a:off x="11054496" y="769756"/>
            <a:ext cx="394459" cy="356012"/>
          </a:xfrm>
          <a:prstGeom prst="rect">
            <a:avLst/>
          </a:prstGeom>
        </p:spPr>
      </p:pic>
      <p:sp>
        <p:nvSpPr>
          <p:cNvPr id="38" name="EDITABLE_FRAME_board_marker_contact"/>
          <p:cNvSpPr/>
          <p:nvPr/>
        </p:nvSpPr>
        <p:spPr>
          <a:xfrm>
            <a:off x="11054496" y="769756"/>
            <a:ext cx="394459" cy="356012"/>
          </a:xfrm>
          <a:prstGeom prst="rect">
            <a:avLst/>
          </a:prstGeom>
          <a:noFill/>
          <a:ln w="1651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_SAMPLE_BADGE"/>
          <p:cNvSpPr/>
          <p:nvPr/>
        </p:nvSpPr>
        <p:spPr>
          <a:xfrm>
            <a:off x="11330084" y="742324"/>
            <a:ext cx="155448" cy="155448"/>
          </a:xfrm>
          <a:prstGeom prst="ellipse">
            <a:avLst/>
          </a:prstGeom>
          <a:solidFill>
            <a:srgbClr val="D85D5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-</a:t>
            </a:r>
          </a:p>
        </p:txBody>
      </p:sp>
      <p:pic>
        <p:nvPicPr>
          <p:cNvPr id="40" name="REAL_board_marker_contact_mode" descr="board_marker_contact_modes_oscillation.png"/>
          <p:cNvPicPr>
            <a:picLocks noChangeAspect="1"/>
          </p:cNvPicPr>
          <p:nvPr/>
        </p:nvPicPr>
        <p:blipFill>
          <a:blip r:embed="rId16"/>
          <a:srcRect t="4873" b="4873"/>
          <a:stretch>
            <a:fillRect/>
          </a:stretch>
        </p:blipFill>
        <p:spPr>
          <a:xfrm>
            <a:off x="11564407" y="769756"/>
            <a:ext cx="394459" cy="356012"/>
          </a:xfrm>
          <a:prstGeom prst="rect">
            <a:avLst/>
          </a:prstGeom>
        </p:spPr>
      </p:pic>
      <p:sp>
        <p:nvSpPr>
          <p:cNvPr id="41" name="EDITABLE_FRAME_board_marker_contact"/>
          <p:cNvSpPr/>
          <p:nvPr/>
        </p:nvSpPr>
        <p:spPr>
          <a:xfrm>
            <a:off x="11564407" y="769756"/>
            <a:ext cx="394459" cy="356012"/>
          </a:xfrm>
          <a:prstGeom prst="rect">
            <a:avLst/>
          </a:prstGeom>
          <a:noFill/>
          <a:ln w="1651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_SAMPLE_BADGE"/>
          <p:cNvSpPr/>
          <p:nvPr/>
        </p:nvSpPr>
        <p:spPr>
          <a:xfrm>
            <a:off x="11839995" y="742324"/>
            <a:ext cx="155448" cy="155448"/>
          </a:xfrm>
          <a:prstGeom prst="ellipse">
            <a:avLst/>
          </a:prstGeom>
          <a:solidFill>
            <a:srgbClr val="D85D5D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-</a:t>
            </a:r>
          </a:p>
        </p:txBody>
      </p:sp>
      <p:sp>
        <p:nvSpPr>
          <p:cNvPr id="43" name="EDITABLE_TEXT_stable"/>
          <p:cNvSpPr txBox="1"/>
          <p:nvPr/>
        </p:nvSpPr>
        <p:spPr>
          <a:xfrm>
            <a:off x="9457415" y="1158482"/>
            <a:ext cx="519532" cy="12508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wrap="none" lIns="12700" rIns="12700" tIns="0" bIns="0" anchor="ctr">
            <a:spAutoFit/>
          </a:bodyPr>
          <a:lstStyle/>
          <a:p>
            <a:pPr algn="ctr"/>
            <a:r>
              <a:rPr sz="560" b="1">
                <a:solidFill>
                  <a:srgbClr val="172B3A"/>
                </a:solidFill>
                <a:latin typeface="Arial"/>
              </a:rPr>
              <a:t>stable</a:t>
            </a:r>
          </a:p>
        </p:txBody>
      </p:sp>
      <p:sp>
        <p:nvSpPr>
          <p:cNvPr id="44" name="EDITABLE_TEXT_dropout"/>
          <p:cNvSpPr txBox="1"/>
          <p:nvPr/>
        </p:nvSpPr>
        <p:spPr>
          <a:xfrm>
            <a:off x="9967326" y="1158482"/>
            <a:ext cx="519532" cy="12508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wrap="none" lIns="12700" rIns="12700" tIns="0" bIns="0" anchor="ctr">
            <a:spAutoFit/>
          </a:bodyPr>
          <a:lstStyle/>
          <a:p>
            <a:pPr algn="ctr"/>
            <a:r>
              <a:rPr sz="560" b="0">
                <a:solidFill>
                  <a:srgbClr val="172B3A"/>
                </a:solidFill>
                <a:latin typeface="Arial"/>
              </a:rPr>
              <a:t>dropout</a:t>
            </a:r>
          </a:p>
        </p:txBody>
      </p:sp>
      <p:sp>
        <p:nvSpPr>
          <p:cNvPr id="45" name="EDITABLE_TEXT_low force"/>
          <p:cNvSpPr txBox="1"/>
          <p:nvPr/>
        </p:nvSpPr>
        <p:spPr>
          <a:xfrm>
            <a:off x="10477238" y="1158482"/>
            <a:ext cx="519532" cy="12508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wrap="none" lIns="12700" rIns="12700" tIns="0" bIns="0" anchor="ctr">
            <a:spAutoFit/>
          </a:bodyPr>
          <a:lstStyle/>
          <a:p>
            <a:pPr algn="ctr"/>
            <a:r>
              <a:rPr sz="560" b="0">
                <a:solidFill>
                  <a:srgbClr val="172B3A"/>
                </a:solidFill>
                <a:latin typeface="Arial"/>
              </a:rPr>
              <a:t>low force</a:t>
            </a:r>
          </a:p>
        </p:txBody>
      </p:sp>
      <p:sp>
        <p:nvSpPr>
          <p:cNvPr id="46" name="EDITABLE_TEXT_excess"/>
          <p:cNvSpPr txBox="1"/>
          <p:nvPr/>
        </p:nvSpPr>
        <p:spPr>
          <a:xfrm>
            <a:off x="10987149" y="1158482"/>
            <a:ext cx="519532" cy="12508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wrap="none" lIns="12700" rIns="12700" tIns="0" bIns="0" anchor="ctr">
            <a:spAutoFit/>
          </a:bodyPr>
          <a:lstStyle/>
          <a:p>
            <a:pPr algn="ctr"/>
            <a:r>
              <a:rPr sz="560" b="0">
                <a:solidFill>
                  <a:srgbClr val="172B3A"/>
                </a:solidFill>
                <a:latin typeface="Arial"/>
              </a:rPr>
              <a:t>excess</a:t>
            </a:r>
          </a:p>
        </p:txBody>
      </p:sp>
      <p:sp>
        <p:nvSpPr>
          <p:cNvPr id="47" name="EDITABLE_TEXT_oscillation"/>
          <p:cNvSpPr txBox="1"/>
          <p:nvPr/>
        </p:nvSpPr>
        <p:spPr>
          <a:xfrm>
            <a:off x="11497061" y="1158482"/>
            <a:ext cx="519532" cy="12508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wrap="none" lIns="12700" rIns="12700" tIns="0" bIns="0" anchor="ctr">
            <a:spAutoFit/>
          </a:bodyPr>
          <a:lstStyle/>
          <a:p>
            <a:pPr algn="ctr"/>
            <a:r>
              <a:rPr sz="560" b="0">
                <a:solidFill>
                  <a:srgbClr val="172B3A"/>
                </a:solidFill>
                <a:latin typeface="Arial"/>
              </a:rPr>
              <a:t>oscillation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237294" y="3925755"/>
            <a:ext cx="846645" cy="1173878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REAL_chip_execution_clean_t10." descr="chip_execution_clean_t10.0s_f0240.png"/>
          <p:cNvPicPr>
            <a:picLocks noChangeAspect="1"/>
          </p:cNvPicPr>
          <p:nvPr/>
        </p:nvPicPr>
        <p:blipFill>
          <a:blip r:embed="rId17"/>
          <a:srcRect l="21392" r="21392"/>
          <a:stretch>
            <a:fillRect/>
          </a:stretch>
        </p:blipFill>
        <p:spPr>
          <a:xfrm>
            <a:off x="11371988" y="4079707"/>
            <a:ext cx="596500" cy="596560"/>
          </a:xfrm>
          <a:prstGeom prst="rect">
            <a:avLst/>
          </a:prstGeom>
        </p:spPr>
      </p:pic>
      <p:sp>
        <p:nvSpPr>
          <p:cNvPr id="50" name="EDITABLE_FRAME_chip_execution_clean"/>
          <p:cNvSpPr/>
          <p:nvPr/>
        </p:nvSpPr>
        <p:spPr>
          <a:xfrm>
            <a:off x="11371988" y="4079707"/>
            <a:ext cx="596500" cy="596560"/>
          </a:xfrm>
          <a:prstGeom prst="rect">
            <a:avLst/>
          </a:prstGeom>
          <a:noFill/>
          <a:ln w="11430">
            <a:solidFill>
              <a:srgbClr val="4FA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_TEXT_Execute &amp; replan"/>
          <p:cNvSpPr txBox="1"/>
          <p:nvPr/>
        </p:nvSpPr>
        <p:spPr>
          <a:xfrm>
            <a:off x="11333504" y="4733999"/>
            <a:ext cx="731193" cy="153951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wrap="none" lIns="12700" rIns="12700" tIns="0" bIns="0" anchor="ctr">
            <a:spAutoFit/>
          </a:bodyPr>
          <a:lstStyle/>
          <a:p>
            <a:pPr algn="ctr"/>
            <a:r>
              <a:rPr sz="640" b="1">
                <a:solidFill>
                  <a:srgbClr val="4FAE63"/>
                </a:solidFill>
                <a:latin typeface="Arial"/>
              </a:rPr>
              <a:t>Execute &amp; replan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AL_Generated Image August 12" descr="Generated Image August 12, 2026 - 4_10PM (1).jpg"/>
          <p:cNvPicPr>
            <a:picLocks noChangeAspect="1"/>
          </p:cNvPicPr>
          <p:nvPr/>
        </p:nvPicPr>
        <p:blipFill>
          <a:blip r:embed="rId2"/>
          <a:srcRect l="5" r="5"/>
          <a:stretch>
            <a:fillRect/>
          </a:stretch>
        </p:blipFill>
        <p:spPr>
          <a:xfrm>
            <a:off x="0" y="0"/>
            <a:ext cx="12191695" cy="5172760"/>
          </a:xfrm>
          <a:prstGeom prst="rect">
            <a:avLst/>
          </a:prstGeom>
        </p:spPr>
      </p:pic>
      <p:sp>
        <p:nvSpPr>
          <p:cNvPr id="3" name="EDITABLE_FRAME_Generated Image Augu"/>
          <p:cNvSpPr/>
          <p:nvPr/>
        </p:nvSpPr>
        <p:spPr>
          <a:xfrm>
            <a:off x="0" y="0"/>
            <a:ext cx="12191695" cy="5172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